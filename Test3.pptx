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8433C-A157-F36F-13E5-E7F18BF99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245F8-36A7-4744-DC1E-56CF7E595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A1939-7925-4628-15E9-FA4B498A7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59612-D24C-4C15-AD9D-FBB112BAEC2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7329B-D8C1-F32A-7BF0-0F0FC4452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5B3ED-14DC-59A2-AC46-0BF5C8F98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FB142-B829-4DED-A6DD-4B6B61D22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812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88FF5-D508-31C3-EDF1-436624217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3AD02-A923-285C-F9CC-71FE613CA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21E81-B1EE-E8E5-7E2B-42A63738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59612-D24C-4C15-AD9D-FBB112BAEC2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C5958-2AB6-8C59-200F-2086516F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EFFEC-664A-DDBE-774D-9BB74746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FB142-B829-4DED-A6DD-4B6B61D22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9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7472C-0619-13D4-3F2E-C43F0313C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14AF8-B61E-8C42-BCC4-8FBA7F273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F2F53-57CD-2F36-AE49-D44AF8DCC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59612-D24C-4C15-AD9D-FBB112BAEC2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4D9A3-AFF1-7D8D-2BC0-C2CAC05F9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3B8C9-2642-5228-31AB-84956BF36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FB142-B829-4DED-A6DD-4B6B61D22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675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6B829-BFD8-AB30-F2E3-F553668DE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EA9DC-E478-278E-3E22-49B78B206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4DC2C8-D087-943F-B0AB-38AA1E611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9695A-2578-FAD0-BB2A-A763C56C5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59612-D24C-4C15-AD9D-FBB112BAEC2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3669C-E1CF-B96D-6505-D0E449637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B1C65-AF91-E6C8-87A6-C2CDD4135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FB142-B829-4DED-A6DD-4B6B61D22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347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C4EC5-6365-97E4-26B2-10CD7BB44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64345B-A15E-A05C-4FDA-DB90963EC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4018C-8377-78B1-E327-93AFB4ED5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09446-F85C-A97C-AD32-B3E7F1EF76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E5C3B-CB06-4766-51AE-F828991BB4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F7E68A-8029-1093-807C-1A9EE4568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59612-D24C-4C15-AD9D-FBB112BAEC2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F948C-8844-9F48-E125-41F11DD28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A139BE-E4FA-7FDC-5AFF-3F95E4496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FB142-B829-4DED-A6DD-4B6B61D22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446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9F9CB-264F-5E77-A785-D27C006BD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4B9987-8E67-6B6C-EA25-4E8EB6928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59612-D24C-4C15-AD9D-FBB112BAEC2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3D80C7-98BA-1312-3651-935C69E6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70D0E-B1BD-1036-0264-93C0F1020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FB142-B829-4DED-A6DD-4B6B61D22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356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343603-C7D5-E3C0-E274-68AFDD497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59612-D24C-4C15-AD9D-FBB112BAEC2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398CAA-9D45-77A1-F0B5-0263276CB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9CA2E-CE62-2C30-DBBE-427D1F136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FB142-B829-4DED-A6DD-4B6B61D22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719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ACE3C-7ACA-D6C7-D5D8-F4B7EAE36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E6A27-2C0B-F668-3A1D-72B9116EC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DF646-F06D-A334-3229-685AAAC59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A58AF-9143-6220-1C5F-0719D427F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59612-D24C-4C15-AD9D-FBB112BAEC2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51B62-0F90-CB40-38AA-4CE5856A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68EDE-03A0-5B58-62F3-431276D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FB142-B829-4DED-A6DD-4B6B61D22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51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DE16-7938-B837-6070-B501E9884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65E3D2-14D0-AD99-D4B2-EF7EF1D709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70423-A6D1-5340-F9AC-6BBCDDF92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6189D-E6E9-3AFB-D6AA-4BA94947D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59612-D24C-4C15-AD9D-FBB112BAEC2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C4A82-5802-FE45-4C19-5EF7510AC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AA745-9083-9945-07C7-E42AAD1A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FB142-B829-4DED-A6DD-4B6B61D22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238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49BE3-F33B-56AD-231F-2FC4250F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FA7D9-E1F2-6FA6-9530-2BF36DA1C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BE833-A5D5-2135-AF3F-437FA6E72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59612-D24C-4C15-AD9D-FBB112BAEC2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F4ACE-C760-5104-9C1C-45F3959AA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BCF81-3D6B-41E7-60D3-D4B12A2F6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FB142-B829-4DED-A6DD-4B6B61D22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121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8734F5-B7A8-7A9A-7380-B02306995A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52B28E-E3ED-C79A-9793-BC08FCD94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A7391-331B-2516-D03C-9232B8B8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59612-D24C-4C15-AD9D-FBB112BAEC2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6F6FD-AB0B-E0B5-460F-8F717CE31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89887-F5B5-0709-2FF6-E9305ECEC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FB142-B829-4DED-A6DD-4B6B61D22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389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B644E-5B87-46AC-2364-81E7A5BEC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2F22C-798F-2CEF-DD5A-6E76AEF40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4D685-A986-78C0-FA53-E536F18F17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B59612-D24C-4C15-AD9D-FBB112BAEC2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B1976-8555-D528-D86E-4149FD34EB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53803-0A24-6375-A3F3-E9C43A9E2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FB142-B829-4DED-A6DD-4B6B61D22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78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9867D-3E29-5635-71F8-5ABFA5454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Test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41659-CBAE-4E16-EFC6-7E8F2B06F1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027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pramod.kowshik@outlook.com</dc:creator>
  <cp:lastModifiedBy>pramod.kowshik@outlook.com</cp:lastModifiedBy>
  <cp:revision>1</cp:revision>
  <dcterms:created xsi:type="dcterms:W3CDTF">2026-04-04T06:29:51Z</dcterms:created>
  <dcterms:modified xsi:type="dcterms:W3CDTF">2026-04-04T06:30:07Z</dcterms:modified>
</cp:coreProperties>
</file>